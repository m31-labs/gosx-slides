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Alpha</c:v>
                </c:pt>
                <c:pt idx="1">
                  <c:v>Beta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the evidence.</a:t>
            </a:r>
          </a:p>
          <a:p>
            <a:r>
              <a:t>slides:include secrets.md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notes --&gt; retained separately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&lt;&amp;&gt;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{strings.Repeat("hostile", 1000000)} &lt;Counter/&gt;</a:t>
            </a:r>
          </a:p>
          <a:p>
            <a:r>
              <a:t>Ordinary body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657600"/>
            <a:ext cx="1371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Second: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0" y="91440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